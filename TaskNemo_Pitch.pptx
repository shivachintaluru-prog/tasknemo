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2FF"/>
                </a:solidFill>
                <a:latin typeface="Segoe UI"/>
              </a:defRPr>
            </a:pPr>
            <a:r>
              <a:t>TaskNemo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  <a:latin typeface="Segoe UI"/>
              </a:defRPr>
            </a:pPr>
            <a:r>
              <a:t>Your tasks, automatically extracted from Teams, email, calendar &amp; meeting transcripts.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  <a:latin typeface="Segoe UI"/>
              </a:defRPr>
            </a:pPr>
            <a:r>
              <a:t>AI-powered task pipeline  ·  Priority scoring  ·  Obsidian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2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📨  Tasks are buried across Teams chats, emails, calendar invites, and meeting transcripts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🤔  You forget commitments you made in meetings — no one writes them all down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🔄  You manually scan channels and inbox every day to figure out what matters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⏳  Follow-ups slip through the cracks — you only notice when someone escalates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📊  No single view of everything you owe and everything others owe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2FF"/>
                </a:solidFill>
                <a:latin typeface="Segoe UI"/>
              </a:defRPr>
            </a:pPr>
            <a:r>
              <a:t>What is TaskNemo?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  <a:latin typeface="Segoe UI"/>
              </a:defRPr>
            </a:pPr>
            <a:r>
              <a:t>An automated pipeline that extracts your tasks from every communication channel,</a:t>
            </a:r>
            <a:br/>
            <a:r>
              <a:t>scores them by priority, and renders a live dashboard in Obsidian.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3200400" cy="29260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Segoe UI"/>
              </a:defRPr>
            </a:pPr>
            <a:r>
              <a:t>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Scans Teams, email, calendar,</a:t>
            </a:r>
            <a:br/>
            <a:r>
              <a:t>and meeting transcripts</a:t>
            </a:r>
            <a:br/>
            <a:r>
              <a:t>automatically via WorkIQ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743200"/>
            <a:ext cx="3200400" cy="29260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Segoe UI"/>
              </a:defRPr>
            </a:pPr>
            <a:r>
              <a:t>Prioritize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Scores tasks by stakeholder</a:t>
            </a:r>
            <a:br/>
            <a:r>
              <a:t>weight, urgency signals,</a:t>
            </a:r>
            <a:br/>
            <a:r>
              <a:t>age, and escalation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743200"/>
            <a:ext cx="3200400" cy="29260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Segoe UI"/>
              </a:defRPr>
            </a:pPr>
            <a:r>
              <a:t>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657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Live Obsidian dashboard</a:t>
            </a:r>
            <a:br/>
            <a:r>
              <a:t>with state machine lifecycle</a:t>
            </a:r>
            <a:br/>
            <a:r>
              <a:t>and smart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2FF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103120" cy="36576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3AED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Claude Code queries WorkIQ</a:t>
            </a:r>
            <a:br/>
            <a:r>
              <a:t>for Teams, email, calendar,</a:t>
            </a:r>
            <a:br/>
            <a:r>
              <a:t>transcripts, sent 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28800"/>
            <a:ext cx="2103120" cy="36576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3AED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2004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AI extracts structured tasks</a:t>
            </a:r>
            <a:br/>
            <a:r>
              <a:t>from raw messages — both</a:t>
            </a:r>
            <a:br/>
            <a:r>
              <a:t>inbound and outbound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828800"/>
            <a:ext cx="2103120" cy="36576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3AED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Dedup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2004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Cross-source matching by</a:t>
            </a:r>
            <a:br/>
            <a:r>
              <a:t>sender, topic, and thread ID</a:t>
            </a:r>
            <a:br/>
            <a:r>
              <a:t>prevents duplicates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828800"/>
            <a:ext cx="2103120" cy="36576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3AED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32004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Priority scoring based on</a:t>
            </a:r>
            <a:br/>
            <a:r>
              <a:t>stakeholder weight, urgency,</a:t>
            </a:r>
            <a:br/>
            <a:r>
              <a:t>age, and escalation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828800"/>
            <a:ext cx="2103120" cy="36576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3AED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2004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Dashboard in Obsidian</a:t>
            </a:r>
            <a:br/>
            <a:r>
              <a:t>with Focus, Open, Waiting,</a:t>
            </a:r>
            <a:br/>
            <a:r>
              <a:t>and Closed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2FF"/>
                </a:solidFill>
                <a:latin typeface="Segoe UI"/>
              </a:defRPr>
            </a:pPr>
            <a:r>
              <a:t>What It Scans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21945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💬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Channel messages, group chats,</a:t>
            </a:r>
            <a:br/>
            <a:r>
              <a:t>1:1 DMs — extracts asks</a:t>
            </a:r>
            <a:br/>
            <a:r>
              <a:t>and commitments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45920"/>
            <a:ext cx="3474720" cy="21945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📧 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560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Inbox emails, flagged items,</a:t>
            </a:r>
            <a:br/>
            <a:r>
              <a:t>@mentions in documents,</a:t>
            </a:r>
            <a:br/>
            <a:r>
              <a:t>reply status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645920"/>
            <a:ext cx="3474720" cy="21945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920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📅 Calendar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560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Meeting invites with agendas,</a:t>
            </a:r>
            <a:br/>
            <a:r>
              <a:t>action items from notes,</a:t>
            </a:r>
            <a:br/>
            <a:r>
              <a:t>attendee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3474720" cy="21945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🎙️ Transcripts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206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Full meeting transcripts —</a:t>
            </a:r>
            <a:br/>
            <a:r>
              <a:t>the richest source for</a:t>
            </a:r>
            <a:br/>
            <a:r>
              <a:t>hidden commitments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206240"/>
            <a:ext cx="3474720" cy="21945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480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📤 Sent Items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1206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Your own replies and</a:t>
            </a:r>
            <a:br/>
            <a:r>
              <a:t>deliverables — prevents</a:t>
            </a:r>
            <a:br/>
            <a:r>
              <a:t>false positive tasks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206240"/>
            <a:ext cx="3474720" cy="21945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4480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🔍 Outbound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1206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Messages you sent where</a:t>
            </a:r>
            <a:br/>
            <a:r>
              <a:t>recipient hasn't replied —</a:t>
            </a:r>
            <a:br/>
            <a:r>
              <a:t>auto "Waiting on Others"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2FF"/>
                </a:solidFill>
                <a:latin typeface="Segoe UI"/>
              </a:defRPr>
            </a:pPr>
            <a:r>
              <a:t>The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  <a:latin typeface="Segoe UI"/>
              </a:defRPr>
            </a:pPr>
            <a:r>
              <a:t>Live in Obsidian — check off tasks right in the doc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058400" cy="8229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Segoe UI"/>
              </a:defRPr>
            </a:pPr>
            <a:r>
              <a:t>🎯 Focus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1488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Top 5 highest-priority tasks.  ·  Score ≥ 70, sorted by urgency.  ·  What you should work on RIGHT NOW.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26080"/>
            <a:ext cx="10058400" cy="8229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⏰ Due in 48h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0632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Tasks with approaching deadlines.  ·  Sorted by due date.  ·  Don't let these slip.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8229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931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📋 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9776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All active inbound tasks,  ·  grouped by source channel.  ·  Your full backlog at a glance.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754880"/>
            <a:ext cx="10058400" cy="8229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846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Segoe UI"/>
              </a:defRPr>
            </a:pPr>
            <a:r>
              <a:t>⏳ Waiting on Others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8920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Outbound tasks where you're  ·  waiting for a reply. Nudge  ·  alerts when idle &gt; 3 days.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669280"/>
            <a:ext cx="10058400" cy="8229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760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✅ Recently 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8064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Tasks completed in the  ·  last 7 days. Proof of  ·  your throughput.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2FF"/>
                </a:solidFill>
                <a:latin typeface="Segoe UI"/>
              </a:defRPr>
            </a:pPr>
            <a:r>
              <a:t>Smart Priority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Every task gets a 0–100 score. Higher = more urgent. Here's what drives it: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5029200" cy="11887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Stakeholder Weight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0–40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Tasks from your manager or skip-level score higher than peer requests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029200" cy="11887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Urgency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331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0–30 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Keywords like "ASAP", "blocker", "EOD" in title or 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66160"/>
            <a:ext cx="5029200" cy="11887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703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 Penalty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03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0–20 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Older tasks get boosted — things shouldn't sit for weeks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66160"/>
            <a:ext cx="5029200" cy="11887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703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Thread Intensity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703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0–10 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Tasks mentioned across multiple messages score higher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937760"/>
            <a:ext cx="5029200" cy="11887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Escalation Pattern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074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0–15 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Repeated mentions with increasing urgency =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937760"/>
            <a:ext cx="5029200" cy="11887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User Pin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5074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+20 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Pin tasks you want to keep in Focus Now regardless of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2FF"/>
                </a:solidFill>
                <a:latin typeface="Segoe UI"/>
              </a:defRPr>
            </a:pPr>
            <a:r>
              <a:t>Task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Segoe UI"/>
              </a:defRPr>
            </a:pPr>
            <a:r>
              <a:t>Tasks move through states automatically — no manual triage needed.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2011680" cy="2286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Active task,</a:t>
            </a:r>
            <a:br/>
            <a:r>
              <a:t>you're working on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99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560320"/>
            <a:ext cx="2011680" cy="2286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743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Waiting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657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Blocked on</a:t>
            </a:r>
            <a:br/>
            <a:r>
              <a:t>someone's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99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560320"/>
            <a:ext cx="2011680" cy="2286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2743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  <a:latin typeface="Segoe UI"/>
              </a:defRPr>
            </a:pPr>
            <a:r>
              <a:t>Needs</a:t>
            </a:r>
            <a:br/>
            <a:r>
              <a:t>Follow-up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657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Stale &gt; 3 days,</a:t>
            </a:r>
            <a:br/>
            <a:r>
              <a:t>may need a nudge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99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560320"/>
            <a:ext cx="2011680" cy="2286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43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3AED"/>
                </a:solidFill>
                <a:latin typeface="Segoe UI"/>
              </a:defRPr>
            </a:pPr>
            <a:r>
              <a:t>Likely</a:t>
            </a:r>
            <a:br/>
            <a: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657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Completion signal</a:t>
            </a:r>
            <a:br/>
            <a:r>
              <a:t>received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999A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2560320"/>
            <a:ext cx="2011680" cy="2286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743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999AA"/>
                </a:solidFill>
                <a:latin typeface="Segoe UI"/>
              </a:defRPr>
            </a:pPr>
            <a:r>
              <a:t>Closed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657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Terminal —</a:t>
            </a:r>
            <a:br/>
            <a:r>
              <a:t>task is 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9999AA"/>
                </a:solidFill>
                <a:latin typeface="Segoe UI"/>
              </a:defRPr>
            </a:pPr>
            <a:r>
              <a:t>No activity for 3 days → Needs Follow-up</a:t>
            </a:r>
          </a:p>
          <a:p>
            <a:pPr>
              <a:spcAft>
                <a:spcPts val="400"/>
              </a:spcAft>
              <a:defRPr sz="1600">
                <a:solidFill>
                  <a:srgbClr val="9999AA"/>
                </a:solidFill>
                <a:latin typeface="Segoe UI"/>
              </a:defRPr>
            </a:pPr>
            <a:r>
              <a:t>Completion signal ("done", "shipped", "thanks") → Likely Done</a:t>
            </a:r>
          </a:p>
          <a:p>
            <a:pPr>
              <a:spcAft>
                <a:spcPts val="400"/>
              </a:spcAft>
              <a:defRPr sz="1600">
                <a:solidFill>
                  <a:srgbClr val="9999AA"/>
                </a:solidFill>
                <a:latin typeface="Segoe UI"/>
              </a:defRPr>
            </a:pPr>
            <a:r>
              <a:t>Likely Done + 3 days quiet → Closed</a:t>
            </a:r>
          </a:p>
          <a:p>
            <a:pPr>
              <a:spcAft>
                <a:spcPts val="400"/>
              </a:spcAft>
              <a:defRPr sz="1600">
                <a:solidFill>
                  <a:srgbClr val="9999AA"/>
                </a:solidFill>
                <a:latin typeface="Segoe UI"/>
              </a:defRPr>
            </a:pPr>
            <a:r>
              <a:t>Needs Follow-up + 14 days → Auto-closed (safety net)</a:t>
            </a:r>
          </a:p>
          <a:p>
            <a:pPr>
              <a:spcAft>
                <a:spcPts val="400"/>
              </a:spcAft>
              <a:defRPr sz="1600">
                <a:solidFill>
                  <a:srgbClr val="9999AA"/>
                </a:solidFill>
                <a:latin typeface="Segoe UI"/>
              </a:defRPr>
            </a:pPr>
            <a:r>
              <a:t>Check [x] in Obsidian → Closed immediately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2FF"/>
                </a:solidFill>
                <a:latin typeface="Segoe UI"/>
              </a:defRPr>
            </a:pPr>
            <a:r>
              <a:t>How You Interact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103327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✅ Check off in Obsidian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554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Click the checkbox next to any task — it closes on next sync.</a:t>
            </a:r>
            <a:br/>
            <a:r>
              <a:t>No CLI needed for the most common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14600"/>
            <a:ext cx="103327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📥 Task Inbox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060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Drop tasks into Task Inbox.md in your vault.</a:t>
            </a:r>
            <a:br/>
            <a:r>
              <a:t>They're automatically imported on next refresh.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66160"/>
            <a:ext cx="103327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📌 Pin important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python task_dashboard.py pin TASK-042</a:t>
            </a:r>
            <a:br/>
            <a:r>
              <a:t>Instant +20 score boost, stays in Focus Now.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17720"/>
            <a:ext cx="103327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🤖 Talk to 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7091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"Add a task to follow up with Jane on the proposal"</a:t>
            </a:r>
            <a:br/>
            <a:r>
              <a:t>Claude creates it with the right metadata.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669279"/>
            <a:ext cx="10332720" cy="914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71499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⏰ Scheduled 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760719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Segoe UI"/>
              </a:defRPr>
            </a:pPr>
            <a:r>
              <a:t>Runs automatically every 2 hours during work hours.</a:t>
            </a:r>
            <a:br/>
            <a:r>
              <a:t>Desktop toast notifications for new tasks and alerts.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2FF"/>
                </a:solidFill>
                <a:latin typeface="Segoe UI"/>
              </a:defRPr>
            </a:pPr>
            <a: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  <a:latin typeface="Segoe UI"/>
              </a:defRPr>
            </a:pPr>
            <a:r>
              <a:t>5-minute setup. No admin rights needed.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560320"/>
            <a:ext cx="3200400" cy="34747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1. Clone &amp; Install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38328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git clone &lt;repo&gt; &amp;&amp; cd tasknemo</a:t>
            </a:r>
            <a:br/>
            <a:r>
              <a:t>.\install.ps1</a:t>
            </a:r>
            <a:br/>
            <a:br/>
            <a:r>
              <a:t>Sets up data files, configures WorkIQ MCP,</a:t>
            </a:r>
            <a:br/>
            <a:r>
              <a:t>asks for your Obsidian vault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560320"/>
            <a:ext cx="3200400" cy="34747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2. First 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38328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Open Claude Code in the repo folder.</a:t>
            </a:r>
            <a:br/>
            <a:r>
              <a:t>Say: "Run a full TaskNemo sync"</a:t>
            </a:r>
            <a:br/>
            <a:br/>
            <a:r>
              <a:t>Claude queries all your channels and</a:t>
            </a:r>
            <a:br/>
            <a:r>
              <a:t>builds your initial task 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560320"/>
            <a:ext cx="3200400" cy="34747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3.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38328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.\setup_full_sync_scheduler.ps1</a:t>
            </a:r>
            <a:br/>
            <a:br/>
            <a:r>
              <a:t>Full sync every 2 hours (weekdays 9–7).</a:t>
            </a:r>
            <a:br/>
            <a:r>
              <a:t>Lightweight refresh every 30 min.</a:t>
            </a:r>
            <a:br/>
            <a:r>
              <a:t>Desktop toasts for new tasks.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2FF"/>
                </a:solidFill>
                <a:latin typeface="Segoe U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•  Python 3.10+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•  Windows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•  Claude Code CLI (npm install -g @anthropic-ai/claude-code)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•  WorkIQ MCP (configured by install script)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Recommended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•  Obsidian (for viewing the dashboard — any markdown editor works too)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Automatic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94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•  Stakeholder config — auto-populated on first sync via WorkIQ lookup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•  Scheduled sync — optional, one-time PowerShell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•  Desktop notifications — pip install winotify (installed by setup)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2FF"/>
                </a:solidFill>
                <a:latin typeface="Segoe UI"/>
              </a:defRPr>
            </a:pPr>
            <a:r>
              <a:t>Why TaskNemo?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32720" cy="12801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vs. Manual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40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Segoe UI"/>
              </a:defRPr>
            </a:pPr>
            <a:r>
              <a:t>You don't have to remember to write down every commitment from every meeting.</a:t>
            </a:r>
            <a:br/>
            <a:r>
              <a:t>TaskNemo extracts them from transcripts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10332720" cy="12801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337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vs. Planner / To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94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Segoe UI"/>
              </a:defRPr>
            </a:pPr>
            <a:r>
              <a:t>Those only track what you manually add. TaskNemo finds tasks you didn't</a:t>
            </a:r>
            <a:br/>
            <a:r>
              <a:t>know you had — buried in chats, emails, and meeting transcripts.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754880"/>
            <a:ext cx="10332720" cy="12801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892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vs. Copilot recaps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49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Segoe UI"/>
              </a:defRPr>
            </a:pPr>
            <a:r>
              <a:t>Copilot summarizes conversations. TaskNemo extracts actionable tasks,</a:t>
            </a:r>
            <a:br/>
            <a:r>
              <a:t>scores priority, tracks state over time, and alerts you to stale items.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Stop losing tasks in the noise.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Segoe UI"/>
              </a:defRPr>
            </a:pPr>
            <a:r>
              <a:t>Try TaskNemo — 5 minutes to set up, runs on autopilot after that.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AA"/>
                </a:solidFill>
                <a:latin typeface="Segoe UI"/>
              </a:defRPr>
            </a:pPr>
            <a:r>
              <a:t>git clone &lt;repo&gt;  ·  .\install.ps1  ·  "Run a full TaskNemo sync"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